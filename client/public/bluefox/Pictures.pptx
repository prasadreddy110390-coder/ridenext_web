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0132-BDDD-9934-C184-8E8225DB1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771C-58DC-7AEF-C597-E9D4066B3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C6C2-666B-DE86-BE92-28DFEBC3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10129-0894-4BD1-4CB1-A05F288F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5F5B9-85C8-662B-D092-79CF533F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60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BC49-2FB9-AF01-E169-DF73D72B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C2C0E-4763-639E-86E7-1E8862D11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AE9D6-0980-B7B7-CB5F-8EC9F3DE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D2CE8-BB8A-9E76-F812-6DFFEEEC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F547F-E883-0F7B-0A43-775B8CFB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2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DA55-C213-62FF-4E84-BE0B7AAE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23CDB-6872-B519-2299-427AFC27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D6117-820F-2E5F-3BFB-CBFE3C50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9088-F782-608C-2421-4D5D8523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9129E-2C7B-7985-2ACA-1E685455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1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0087-5741-9F0B-C4A6-A9EF4AC3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18B6-6DFC-81AB-ABC8-D393A466C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F2BFC-90E2-30D2-5013-B84E94281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6C1FF-29EA-0957-6D02-30DD7B5C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E1960-2B38-B33A-EA54-8FAD9D76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05FC5-6C7C-6752-B3C7-282E960C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8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6BCB-E403-4EF6-DAEB-9A27D517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2D5D8-0418-8EF5-9689-96EF91FF9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E9FCA-156D-DB0F-A654-C16DA8A55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D5DD7-AE9D-08E0-6461-8EF120574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30C38-D755-49C3-6DD8-8E2CCA7D4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9DF4B-E8B8-00FE-3F7B-4315BAAA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DD393-53FC-3547-3DDE-067DF749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45FF5F-CABC-4E6D-487C-BEE923C3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35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419F-F203-A983-62DB-36204B94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90B214-A712-C005-9629-406F2FA8A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7CEF9-6E0A-1390-17CE-C87563A8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4A7D5-D980-EA86-9B87-A84170EF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BB682-5185-A13E-CA78-016C2427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3E53E-3F1F-39ED-3037-67EB61157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CE1D6-006D-579D-61A3-C8097D0F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3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CF87-475D-DB38-9D53-C4634683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08DF-5164-371C-A784-AD140A8D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D5725-BB6D-D471-D8B2-63505A8C6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9678E-BA26-B2F2-CE53-5D0B529F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E9F39-5FF2-5988-48B0-6171DCB81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D9AFA-FB88-77AC-2085-0D1A2FC7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07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0A5E-92BF-80A9-3832-D3C3EC535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E9279-88CB-36C3-EEA2-D2CE5D1DB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6B617-1C8F-D5F3-A2C1-247F1CF2B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9D10C-BD2F-0FC1-2C1D-29C8EA97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589A3-A241-CFD4-2FA6-FEF67F4F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564E5-FA5B-DE56-1BCF-C1C0E34F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77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B9D4D-81DD-9FC2-B43C-1DD9F104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CEE73-9301-C374-D8F8-48EF52E72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DEDD-6D20-CA0D-E8CE-F8983FBC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8C00-5EB9-6F01-31F3-C55F513B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A180B-61F4-371C-16D2-AD5912B7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8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0DF10-6F94-B05F-92A6-A1DF759E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1AAA7-B2C9-7DC0-AAE5-D14F1F64B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E4CC0-1EDB-D2D7-08D9-14A7B37B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C6C2-58F6-9B8B-680E-C0CBAEB6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CBAA-AC25-097C-816E-812FD343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65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D59B9-22E2-9026-CD8C-28A16479B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05B59-2F50-A7AC-2880-46603B6EA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21959-E1A2-548A-451B-63ACD4BFD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DDF3A-749D-4E4D-9C5F-6D14C1316BF7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3006-496F-65CB-A89F-D4340F665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EBABF-A584-8990-21C3-F8C0FE45D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39658-0E59-43D9-BB35-192DB0649F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9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D0130E-EE62-58FE-4F2B-0FC7E10E8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166" y="1632972"/>
            <a:ext cx="4831668" cy="35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3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CE449F-2320-5B77-5730-9D8F50DD6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1099812"/>
            <a:ext cx="814501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4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60976-2EB8-37F5-6481-ABD2F8D4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1104575"/>
            <a:ext cx="8078327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2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830D4-6607-CDB4-E1B1-7D8992117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33" y="890233"/>
            <a:ext cx="5620534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0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4C8262-9166-3D94-DA85-48BE0C69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33" y="866417"/>
            <a:ext cx="5620534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5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BDE0-98ED-736F-37C3-6B428EB4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7CBFB-C4DA-1CB8-D254-1932F01B9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96" y="385337"/>
            <a:ext cx="561100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9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C8FBC-3C30-3BC8-CEDF-46A76D1D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118600"/>
            <a:ext cx="10917174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8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4D623-5CCE-64F5-C95F-6C2777D80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656838"/>
            <a:ext cx="9211961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7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5C766-08D9-7635-5823-BB48C9C1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1118865"/>
            <a:ext cx="8125959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5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Tharani Raj</dc:creator>
  <cp:lastModifiedBy>Tharani Raj</cp:lastModifiedBy>
  <cp:revision>2</cp:revision>
  <dcterms:created xsi:type="dcterms:W3CDTF">2026-02-25T09:47:59Z</dcterms:created>
  <dcterms:modified xsi:type="dcterms:W3CDTF">2026-02-25T10:11:48Z</dcterms:modified>
</cp:coreProperties>
</file>